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0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PS1 · ENGINEERING DRAWING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Studio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Conversational, Z3-verified floor plans — an AI places the rooms, a solver proves every building rule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4937760"/>
            <a:ext cx="36576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Ojas Marathe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Z3 SMT · MILP (PuLP+CBC) · Gemini / Llama (Groq) · ezdxf ·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complete, code-compliant house drawing — and let a human steer it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house outline on an L-shaped plot with a protected tree, respecting Seattle Building Code setbacks; maximise the footprint.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Subdivide it into 3 bedrooms + 2 bathrooms + 1 kitchen + 1 living room + circulation, satisfying IRC room-size and architectural rules.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generates, the Z3 SMT solver is the deterministic judge, and the human stays in the loop — a conversational designer.</a:t>
            </a:r>
            <a:endParaRPr lang="en-US" sz="1450" dirty="0"/>
          </a:p>
        </p:txBody>
      </p:sp>
      <p:pic>
        <p:nvPicPr>
          <p:cNvPr id="5" name="Image 0" descr="/Users/ojas/ps1-house-layout/output/slides/vibe_balanc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1691640"/>
            <a:ext cx="45720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— two phases, one principle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proposes · Z3 proves · human/LLM explains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EXTERIOR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Optimize → provable max-area footprint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draws the outline; parser extracts coords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9 SBC rules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(Groq) writes feedback → loop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verified footprint + door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06440" y="3246120"/>
            <a:ext cx="5486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46520" y="182880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0FDFA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INTERIOR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377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tiled vibe template (instant) OR MILP/CBC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edits: chips + free-text (LLM)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verifies the interior rule set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VALID layouts are shown (else revert)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75120" y="4160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complete floor plan + layered .dxf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155680" cy="1097280"/>
          </a:xfrm>
          <a:prstGeom prst="roundRect">
            <a:avLst>
              <a:gd name="adj" fmla="val 8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executes LLM code: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comes from parsed “magic comments”, and the .dxf is rendered deterministically from Z3-verified numbers.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Exterior — Z3 turns “maximise area” into a hard rule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Seattle Building Code constraints, plus a provable maximum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38528"/>
            <a:ext cx="515721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6,420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54569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AREA (sq ft, L-shaped)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82880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938528"/>
            <a:ext cx="515721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4,060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64808" y="254569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Z3-PROVABLE MAX HOUSE (70×58 ft)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91840"/>
            <a:ext cx="73152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01568"/>
            <a:ext cx="515721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9808" y="400873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MAX ENFORCED AS A HARD RULE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4864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291840"/>
            <a:ext cx="73152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4808" y="3401568"/>
            <a:ext cx="5157216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64808" y="400873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TO CONVERGE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46320"/>
            <a:ext cx="11155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front/rear/side setbacks · tree buffer (cannot be removed) · door + parking on the same entry side (fire egress) · minimum footprint · all corners inside the L-shape · footprint ≥ 90% of the Z3-computed maximum.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— the rules Z3 checks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room sizing + architectural spatial rules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55680" cy="3383280"/>
        </p:xfrm>
        <a:graphic>
          <a:graphicData uri="http://schemas.openxmlformats.org/drawingml/2006/table">
            <a:tbl>
              <a:tblPr/>
              <a:tblGrid>
                <a:gridCol w="2377440"/>
                <a:gridCol w="8778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areas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/ kitchen / bedrooms ≥ 70 sq ft · bathrooms ≥ 25 sq ft (IRC R304)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habitable side ≥ 7 ft · bath side 5–15 ft (no slivers, no slabs)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room inside the footprint · no two rooms overlap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Door / egress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front door opens into the living room on the south 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 ft corridor; every room reachable (connected)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 tile the footprint — only thin halls left 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8640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verifier runs in a strict mode (ensuite/sanitation arrangement) and a freeform mode (user-driven layouts) — the geometry rules always hold.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interior is generated — three tools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is verified by Z3 no matter who proposes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Hand-designed tiled layouts per “vibe”. Instant, always valid. The seed + the deterministic quick-changes.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920240"/>
            <a:ext cx="352044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MILP / CBC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Cutting-plane solver places rooms with big-M non-overlap. Generate-and-guarantee, the approach sir suggested.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3383280"/>
          </a:xfrm>
          <a:prstGeom prst="roundRect">
            <a:avLst>
              <a:gd name="adj" fmla="val 2703"/>
            </a:avLst>
          </a:prstGeom>
          <a:solidFill>
            <a:srgbClr val="F8FAFC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920240"/>
            <a:ext cx="3520440" cy="10972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194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(conversational)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66760" y="278892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Llama reads a natural-language description and places the rooms; Z3 confirms; loop on failure.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577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Quick-changes use Templates (deterministic). Free-text uses the LLM. Both end on a Z3-verified plan.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 — a conversational design studio (Streamlit)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“ChatGPT for floor plans”: describe it, the studio draws &amp; proves it</a:t>
            </a:r>
            <a:endParaRPr lang="en-US" sz="1500" dirty="0"/>
          </a:p>
        </p:txBody>
      </p:sp>
      <p:pic>
        <p:nvPicPr>
          <p:cNvPr id="4" name="Image 0" descr="/Users/ojas/ps1-house-layout/output/slides/vibe_entertain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37360"/>
            <a:ext cx="466344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783080"/>
            <a:ext cx="6217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vibe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Entertainer / Work-from-home / Balanced — an instant tiled starting plan.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changes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“Bigger bedrooms / kitchen / bathrooms…” — instant, always valid.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in words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“bedrooms in the three corners, kitchen between the top two” — the LLM lays it out; Z3 checks it.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Z3 badge + one-click .dxf download.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— the problems we hit, and the fixes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came out of live testing in the studio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92840" cy="4297680"/>
        </p:xfrm>
        <a:graphic>
          <a:graphicData uri="http://schemas.openxmlformats.org/drawingml/2006/table">
            <a:tbl>
              <a:tblPr/>
              <a:tblGrid>
                <a:gridCol w="3977640"/>
                <a:gridCol w="3931920"/>
                <a:gridCol w="3383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observed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bedrooms, enormous living/kitchen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band dumped all depth into the public zone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tunable room sizes + balanced templates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 left empty as one big “corridor” block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rooms floated; leftover dumped as one rectangle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tiling templates (100%) + 4-ft-min halls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 too long &amp; skinny (16×29)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bedrooms filled the full band 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square-ish templates (aspect ≤ 1.3)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4 vibes looked identical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layout with tiny size nudges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genuinely distinct tiled templates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left broken plans (“✗ connected”)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broke a rule; app showed the best invalid 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 only if valid (else revert) + deterministic chips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quota (20/day) ran out mid-demo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free-tier daily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switched generator to Llama 3.3 on Groq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in pictures (1) — balance &amp; wasted space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SBC reason for the empty space — it was a design choice, now fixed</a:t>
            </a:r>
            <a:endParaRPr lang="en-US" sz="1500" dirty="0"/>
          </a:p>
        </p:txBody>
      </p:sp>
      <p:pic>
        <p:nvPicPr>
          <p:cNvPr id="4" name="Image 0" descr="/Users/ojas/ps1-house-layout/output/slides/before_bl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457200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85% rooms, a big block of “corridor”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0" y="3840480"/>
            <a:ext cx="10058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pic>
        <p:nvPicPr>
          <p:cNvPr id="7" name="Image 1" descr="/Users/ojas/ps1-house-layout/output/slides/vibe_famil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49440" y="1783080"/>
            <a:ext cx="4572000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9440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100% tiled, thin hall, big square-ish rooms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in pictures (2) — four visibly different vibes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Square-ish bedrooms · no two bedrooms adjacent · all Z3-verified</a:t>
            </a:r>
            <a:endParaRPr lang="en-US" sz="1500" dirty="0"/>
          </a:p>
        </p:txBody>
      </p:sp>
      <p:pic>
        <p:nvPicPr>
          <p:cNvPr id="4" name="Image 0" descr="/Users/ojas/ps1-house-layout/output/slides/vibe_balanc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27432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50" dirty="0"/>
          </a:p>
        </p:txBody>
      </p:sp>
      <p:pic>
        <p:nvPicPr>
          <p:cNvPr id="6" name="Image 1" descr="/Users/ojas/ps1-house-layout/output/slides/vibe_famil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46704" y="1783080"/>
            <a:ext cx="2743200" cy="3566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46704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— big bedrooms</a:t>
            </a:r>
            <a:endParaRPr lang="en-US" sz="1150" dirty="0"/>
          </a:p>
        </p:txBody>
      </p:sp>
      <p:pic>
        <p:nvPicPr>
          <p:cNvPr id="8" name="Image 2" descr="/Users/ojas/ps1-house-layout/output/slides/vibe_entertain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36208" y="1783080"/>
            <a:ext cx="2743200" cy="3566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36208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Entertainer — big living</a:t>
            </a:r>
            <a:endParaRPr lang="en-US" sz="1150" dirty="0"/>
          </a:p>
        </p:txBody>
      </p:sp>
      <p:pic>
        <p:nvPicPr>
          <p:cNvPr id="10" name="Image 3" descr="/Users/ojas/ps1-house-layout/output/slides/vibe_wf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25712" y="1783080"/>
            <a:ext cx="2743200" cy="35661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25712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Work-from-home — big study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13" name="Text 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— the studio never shows a broken plan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changes that fixed the “it does it then says error” problem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0FDFA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changes → deterministic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adjust the layout’s cut positions with built-in clamping.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break a rule. Cannot be declined.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— no model call, no waiting.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8FA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Free-text → commit only if valid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proposes; Z3 checks; up to 4 retries with feedback.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still invalid, keep the current plan and say which rule blocked it.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see an overlapping or disconnected layout.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build taught us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155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great at intent, weak at constraint-preserving edits. 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“make the kitchen bigger” often broke another rule. We route simple edits to a deterministic solver and reserve the LLM for genuine spatial descriptions.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as an always-on judge is the safety net. 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layout is independently verified, we can swap generators (Gemini ↔ Groq ↔ MILP ↔ templates) freely and still guarantee correctness.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has hard trade-offs. 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58-ft-deep plot, perfectly square bedrooms + full tiling + a 15-ft bathroom cap can’t all hold — “square-ish + fully tiled” is the sweet spot.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≠ free-for-all. </a:t>
            </a:r>
            <a:pPr indent="0" marL="0"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sets comfort/intent; the solver owns code-compliance. That division is what makes it usable.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layout is verified before it’s ever shown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155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(the judge)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9080" y="192024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SMT solver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0" y="192024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 9 rules · interior room/spatial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155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889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9080" y="27889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Templates · MILP (PuLP+CBC) · LLM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46720" y="278892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tiled seeds · cutting-plane solve · conversational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1155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56616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5760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9080" y="365760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2.5 Flash · Llama 3.3 70B (Groq)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0" y="365760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swappable; Groq default after quota limits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11155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43484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52628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45262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ezdxf · matplotlib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0" y="452628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.dxf + labeled PNGs, from verified numbers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303520"/>
            <a:ext cx="111556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03520"/>
            <a:ext cx="73152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39496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69080" y="53949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(Python 3.14)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46720" y="5394960"/>
            <a:ext cx="3611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human-in-the-loop studio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Studio · Ojas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74320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Z3 is the judge — that’s the whole point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citable verdicts; lets us swap any generator and still guarantee a code-valid plan.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Generate-and-guarantee + human-in-the-loop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MILP/templates produce valid plans; the human steers comfort via a conversation, not a config file.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found and fixed real problems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wasted space, long bedrooms, look-alike vibes, broken edits, and an API quota — all resolved.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1206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tool for each edit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for simple changes, LLM for descriptions — reliable AND expressive.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/Users/ojas/ps1-house-layout/   ·   run:  streamlit run app.py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Studio — Neuro-Symbolic Floor Plans</dc:title>
  <dc:subject>PptxGenJS Presentation</dc:subject>
  <dc:creator>Ojas Marathe</dc:creator>
  <cp:lastModifiedBy>Ojas Marathe</cp:lastModifiedBy>
  <cp:revision>1</cp:revision>
  <dcterms:created xsi:type="dcterms:W3CDTF">2026-06-13T15:47:01Z</dcterms:created>
  <dcterms:modified xsi:type="dcterms:W3CDTF">2026-06-13T15:47:01Z</dcterms:modified>
</cp:coreProperties>
</file>