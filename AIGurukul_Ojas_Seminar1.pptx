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0" kern="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PS-II · SEMINAR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Neuro-Symbolic Floor Plans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154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draws the house; the Z3 solver proves every building rule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5029200"/>
            <a:ext cx="36576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Ojas Marathe   ·   AI Gurukul   ·   June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532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Z3 SMT · MILP (PuLP+CBC) · Gemini / Llama (Groq) · ezdxf · Streamlit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the idea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code-compliant house drawing — and prove it's correct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problems on one constrained L-shaped plot: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Exterior: house outline + door (Seattle Building Code)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Interior: 3 bed + 2 bath + kitchen + living (IRC)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(neuro-symbolic): 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generate well but hallucinate geometry. So the LLM proposes, and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Z3 SMT solver is the deterministic judge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generated code is never executed.</a:t>
            </a:r>
            <a:endParaRPr lang="en-US" sz="1500" dirty="0"/>
          </a:p>
        </p:txBody>
      </p:sp>
      <p:pic>
        <p:nvPicPr>
          <p:cNvPr id="5" name="Image 0" descr="/Users/ojas/ps1-house-layout/output/slides/plot_onl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1737360"/>
            <a:ext cx="457200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PS-II Seminar 1 · Ojas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— two phases, one principle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proposes · Z3 proves · human/LLM explains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292608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EXTERIOR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Optimize → provable max-area footprint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draws outline; parser extracts coords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verifies 9 SBC rules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(Groq) feedback → loop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06440" y="3383280"/>
            <a:ext cx="5486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46520" y="1920240"/>
            <a:ext cx="5212080" cy="2926080"/>
          </a:xfrm>
          <a:prstGeom prst="roundRect">
            <a:avLst>
              <a:gd name="adj" fmla="val 3750"/>
            </a:avLst>
          </a:prstGeom>
          <a:solidFill>
            <a:srgbClr val="F0FDFA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INTERIOR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0" y="246888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Seed: tiled template OR MILP/CBC solve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edits: chips + free-text (LLM)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verifies the interior rule set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VALID layouts are shown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2120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executes LLM code — geometry is parsed; the .dxf is rendered from Z3-verified numbers.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PS-II Seminar 1 · Ojas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Exterior — Z3 makes “maximise area” a hard rule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 to 90% of the provable maximum in 2 iterations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31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38528"/>
            <a:ext cx="32369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6,420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49808" y="2596896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(sq ft)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661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828800"/>
            <a:ext cx="731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1938528"/>
            <a:ext cx="32369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4,060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498848" y="2596896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MAX HOUSE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35661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383280"/>
            <a:ext cx="73152" cy="1371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493008"/>
            <a:ext cx="32369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3,654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49808" y="4151376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— 90% of max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3383280"/>
            <a:ext cx="35661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3383280"/>
            <a:ext cx="73152" cy="1371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98848" y="3493008"/>
            <a:ext cx="32369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498848" y="4151376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50292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Optimize proves the largest legal house; the verifier then enforces ≥90% of it — so the LLM must push to the legal limit, and Z3 caught &amp; corrected a 57% first attempt.</a:t>
            </a:r>
            <a:endParaRPr lang="en-US" sz="1300" dirty="0"/>
          </a:p>
        </p:txBody>
      </p:sp>
      <p:pic>
        <p:nvPicPr>
          <p:cNvPr id="21" name="Image 0" descr="/Users/ojas/ps1-house-layout/output/slides/labeled_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55280" y="1737360"/>
            <a:ext cx="3840480" cy="45720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PS-II Seminar 1 · Ojas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Interior — three generators, one verifier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(instant) · MILP/cutting-plane · LLM (conversational)</a:t>
            </a:r>
            <a:endParaRPr lang="en-US" sz="1500" dirty="0"/>
          </a:p>
        </p:txBody>
      </p:sp>
      <p:pic>
        <p:nvPicPr>
          <p:cNvPr id="4" name="Image 0" descr="/Users/ojas/ps1-house-layout/output/slides/milp_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37360"/>
            <a:ext cx="457200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0" y="1783080"/>
            <a:ext cx="6217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Hand-designed tiled layouts; instant, always valid.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/ CBC (cutting-plane)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Big-M non-overlap, solved by branch-and-cut — generate-and-guarantee.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(conversational)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rooms from a description; Z3 confirms; loop on failure.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verified vs IRC sizes, non-overlap, door-in-living, connectivity — 100% tiled.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PS-II Seminar 1 · Ojas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conversational design studio (Streamlit)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“Describe it in words, the solver proves it” — human-in-the-loop</a:t>
            </a:r>
            <a:endParaRPr lang="en-US" sz="1500" dirty="0"/>
          </a:p>
        </p:txBody>
      </p:sp>
      <p:pic>
        <p:nvPicPr>
          <p:cNvPr id="4" name="Image 0" descr="/Users/ojas/ps1-house-layout/output/slides/studio_layo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37360"/>
            <a:ext cx="466344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0" y="1828800"/>
            <a:ext cx="6217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vibe → instant tiled plan.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Quick-changes (bigger bedrooms/kitchen…) = deterministic, always valid.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(“bedrooms in the three corners, kitchen between the top two”) → the LLM lays it out; Z3 checks it.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is shown only if Z3 fully accepts it.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Z3 badge + one-click .dxf download.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PS-II Seminar 1 · Ojas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— problems hit &amp; fixed, and the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surfaced from live testing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155680" cy="2194560"/>
        </p:xfrm>
        <a:graphic>
          <a:graphicData uri="http://schemas.openxmlformats.org/drawingml/2006/table">
            <a:tbl>
              <a:tblPr/>
              <a:tblGrid>
                <a:gridCol w="5577840"/>
                <a:gridCol w="5577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~35% wasted as one “corridor” block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tiling templates (100%) + ≥4-ft halls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Bedrooms long / vibes looked identical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square-ish, 4 distinct tiled templates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left invalid plans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 only if Z3-valid (else revert)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quota (20/day) exhausted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generator to Llama 3.3 (Groq)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97680"/>
            <a:ext cx="11155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— best spatial reasoning, but 20 req/day cap.  Llama 3.3 (Groq) — fast, huge quota, weaker layouts.  Kimi K2 — 404, never ran.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 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good at intent, weak at constraint-preserving edits — so deterministic for simple edits, LLM for descriptions, Z3 as the always-on judge (which let us swap models freely).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PS-II Seminar 1 · Ojas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what's next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7432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Z3 is the judge — that's the whole point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citable verdicts; lets us swap any generator (LLM / MILP / templates) and still guarantee a code-valid plan.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Generate-and-guarantee + human-in-the-loop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solver owns compliance; the human steers comfort through a conversation.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Multi-floor · roof-plan (straight skeleton) · 3D &amp; elevations · persistence/DB · MCP services · multi-jurisdiction codes.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Ojas Marathe</dc:creator>
  <cp:lastModifiedBy>Ojas Marathe</cp:lastModifiedBy>
  <cp:revision>1</cp:revision>
  <dcterms:created xsi:type="dcterms:W3CDTF">2026-06-18T13:08:19Z</dcterms:created>
  <dcterms:modified xsi:type="dcterms:W3CDTF">2026-06-18T13:08:19Z</dcterms:modified>
</cp:coreProperties>
</file>