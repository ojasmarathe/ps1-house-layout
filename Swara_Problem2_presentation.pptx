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DBE7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Two-Agent Neuro-Symbolic Verification System for CAD Layout Generation with Interior Constraints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· Mistral gives feedback · Z3 SMT formally verifies — across four locations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36576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38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Swara Wankhede   ·   6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1: Gemini 2.5 Flash   ·   Agent 2: Mistral   ·   Verifier: Z3 SMT   ·   Locations: Seattle Downtown, Bellevue, Bothell, Redmond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Problem Statement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two-agent system from the outer boundary to the complete interior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Problem 1 (outer-boundary verification), the system must now generate and formally verify the full interior of the house.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floor plan: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bedrooms · 2 bathrooms · 1 kitchen · 1 living room · 1 corridor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must satisfy the given architectural constraints, verified by Z3.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828800"/>
            <a:ext cx="731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16368" y="1956816"/>
            <a:ext cx="405993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rooms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16368" y="2494483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CORRIDOR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0" y="320040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200400"/>
            <a:ext cx="73152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3328416"/>
            <a:ext cx="405993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516368" y="3866083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CONSTRAINTS IN Z3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43891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7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4572000"/>
            <a:ext cx="731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4700016"/>
            <a:ext cx="405993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516368" y="5237683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WITH OWN CODES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System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two-agent pipeline with two Z3 verification stages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55680" cy="914400"/>
          </a:xfrm>
          <a:prstGeom prst="rect">
            <a:avLst/>
          </a:prstGeom>
          <a:solidFill>
            <a:srgbClr val="F6F9FC"/>
          </a:solidFill>
          <a:ln w="12700">
            <a:solidFill>
              <a:srgbClr val="DB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 — Gemini 2.5 Flash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89280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 ezdxf code for the outer boundary, then the interior, room by room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155680" cy="914400"/>
          </a:xfrm>
          <a:prstGeom prst="rect">
            <a:avLst/>
          </a:prstGeom>
          <a:solidFill>
            <a:srgbClr val="F6F9FC"/>
          </a:solidFill>
          <a:ln w="12700">
            <a:solidFill>
              <a:srgbClr val="DBE7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07208"/>
            <a:ext cx="914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169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 — Mistral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916936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Z3 output and writes specific fix instructions back to Agent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155680" cy="914400"/>
          </a:xfrm>
          <a:prstGeom prst="rect">
            <a:avLst/>
          </a:prstGeom>
          <a:solidFill>
            <a:srgbClr val="F6F9FC"/>
          </a:solidFill>
          <a:ln w="12700">
            <a:solidFill>
              <a:srgbClr val="DBE7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31336"/>
            <a:ext cx="91440" cy="91440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4106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 — Z3 SMT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941064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outer boundary vs location codes, interior vs IRC + spatial rules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location → A1 outer boundary → AST parser → Z3 (SAT/UNSAT + JSON) → A2 feedback loop (max 5) → A1 interior → Z3 interior (25 rules) → A2 loop → final .dxf in Autodesk Viewer.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Sequential Room Generation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interior room by room — not all at once (June 5 feedback)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whole layout in one step makes it hard for the LLM to satisfy every spatial constraint simultaneously. A defined order improves spatial consistency.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5117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room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25146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— nearest the south entry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9125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3154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— adjacent to living, no corridor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0" y="37947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— 4 ft wide, public → bedroom zone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34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Bedroom 1 + Bath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44348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+ 6% — ensuite pair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1149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074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Bedroom 2 + Bath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50749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+ 6% — ensuite pair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5157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751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Bedroom 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5715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— remaining area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Layers &amp; 3.3 Spatial Rules in the Prompt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type on its own DXF layer; the spatial rules are stated to Agent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LAYERS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LIVING · KITCHEN · CORRIDOR · BEDROOMS · BATHROOMS · WINDOWS · DOORS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type is drawn on a separate layer for clarity and independent verification.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RULES (in A1 prompt)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nearest the entry, touching the south wall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adjacent to living, no corridor between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bedroom has its own attached bathroom (shared wall)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never adjacent to the kitchen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bathrooms never adjacent to each other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bathroom smaller than its attached bedroom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bedroom: exactly 2 windows on different walls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width ≥ 4 ft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Z3 Interior Verification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sourced from IRC R304 and the meeting feedback; checked deterministically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Constraint 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Section R304 — room area and minimum-dimension requirements.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5 meeting feedback — adjacency, ensuite attachment and spatial placement rules.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How Z3 verifies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AST parser reads the generated interior file and extracts 32 coordinate variables (x, y, w, h for each of 8 rooms incl. the corridor).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room areas, adjacency relationships, containment and the living-room position.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run_z3_interior() encodes each constraint as a Z3 boolean, adds them all under one And() clause, and calls solver.check().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SAT or UNSAT with a full JSON breakdown — including a fix instruction for each failed constraint.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The 25 Interior Constraints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groups — IRC sizing plus the meeting's adjacency and attachment rules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 · Room areas (7)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living/kitchen/bed ≥ 70 · bath ≥ 25 sq 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828800"/>
            <a:ext cx="269748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2 · Min dimension (6)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93008" y="25786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&amp; bedrooms ≥ 7 ft · baths ≥ 5 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1828800"/>
            <a:ext cx="26974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3 · Max dimension (2)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0216" y="25786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≤ 15 ft / side (added after testing)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0264" y="182880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70264" y="1828800"/>
            <a:ext cx="269748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4 · Bath &lt; bedroom (2)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07424" y="25786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ensuite smaller than its bedroom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26974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044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5 · Bath adjacency (3)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453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baths not adj. kitchen, not adj. each other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37033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3703320"/>
            <a:ext cx="26974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9044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6 · Bath attachment (2)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93008" y="4453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shares a wall with its bedroom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37033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F6F9FC"/>
          </a:solidFill>
          <a:ln w="16510">
            <a:solidFill>
              <a:srgbClr val="2C7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3703320"/>
            <a:ext cx="2697480" cy="9144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39044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7 · Spatial &amp; coverage (3)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0216" y="4453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near south · inside · ±5% area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70264" y="37033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7424" y="3931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107424" y="4663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all checked by Z3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Test Run 6 — Bellevue (UNSAT → fix)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boundary reused (SAT, 2 iters); interior iteration 1 fails 2 of 25</a:t>
            </a:r>
            <a:endParaRPr lang="en-US" sz="1500" dirty="0"/>
          </a:p>
        </p:txBody>
      </p:sp>
      <p:pic>
        <p:nvPicPr>
          <p:cNvPr id="4" name="Image 0" descr="/Users/ojas/ps1-house-layout/output/swara/run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5836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78308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FEF3F2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— UNSAT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0" y="2331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21 / 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Failed: bath1 &amp; bath2 min dimension = 4 ft (need ≥ 5 ft).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384048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FIX INSTRUCTION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4389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each bathroom's smaller side to at least 5 ft while preserving the 21 passing constraints; regenerate.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Test Run 7 — Bellevue (SAT)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fully-verified run: interior converges in 2 iterations, 25 / 25 passed</a:t>
            </a:r>
            <a:endParaRPr lang="en-US" sz="1500" dirty="0"/>
          </a:p>
        </p:txBody>
      </p:sp>
      <p:pic>
        <p:nvPicPr>
          <p:cNvPr id="4" name="Image 0" descr="/Users/ojas/ps1-house-layout/output/swara/run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5836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78308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7780">
            <a:solidFill>
              <a:srgbClr val="2C7A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SAT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0" y="2331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passed · 0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caught a 33 ft-wide bath; bath_max_dimension added.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max-dimension constraint correctly flagged the 33 ft bathroom.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repeatedly sets a bathroom's width equal to its bedroom's; the Z3 max-dimension rule is the enforcement layer.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Cutting-Plane Algorithm — Future Direction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verify-and-fix to generate-and-guarantee with a MILP solver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cutting-plane algorithm (Mixed-Integer Linear Programming) starts from a relaxed layout, adds a linear cut whenever a constraint is violated, and repeats until only valid solutions remain. The solver would generate optimal layouts rather than verify existing ones.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155680" cy="27432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approach (Z3)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approach (MILP + cutting planes)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generates the layout, Z3 verifies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 solver generates and guarantees satisfaction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Verify-and-fix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Generate-and-guarantee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take multiple iterations to converge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Mathematically optimal on the first solve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output is non-deterministic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output is deterministic and reproducible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tool: OR-Tools CP-SAT — native no-overlap support, scales to 20+ rooms.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8–9. File &amp; Output Structure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code; every iteration's artifacts are logged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48640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Orchestration, location selection,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agent1.py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prompts (outer + sequential interior)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agent2.py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feedback from Z3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coordinate extractor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z3_verifier.py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run_z3 / run_z3_interior (25 rules)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location building-code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(per iteration 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21031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generated_layout_iterN.py / interior_iterN.py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z3_output_iterN.json / z3_interior_iterN.json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feedback_iterN.txt / interior_feedback_iterN.txt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logs/run_log.json — token counts + timing per iteration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Swara Wankhede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is the formal judge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interior constraints from IRC R304 and the meeting feedback are checked deterministically with SAT/UNSAT and a JSON fix breakdown.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generation improves consistency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room by room (living → kitchen → corridor → ensuite pairs → bedroom 3) helps the LLM satisfy spatial rules.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hardened the constraints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 exposed a 4 ft bath and a 33 ft bath; min- and max-dimension rules were added so Z3 enforces what the prompt cannot.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Cutting-plane MILP is the next step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verify-and-fix to generate-and-guarantee (PuLP / OR-Tools CP-SAT) for optimal, deterministic layouts.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B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Swara Wankhede   ·   Problem 2   ·   6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2 — Two-Agent Neuro-Symbolic CAD Verification</dc:title>
  <dc:subject>PptxGenJS Presentation</dc:subject>
  <dc:creator>Swara Wankhede</dc:creator>
  <cp:lastModifiedBy>Swara Wankhede</cp:lastModifiedBy>
  <cp:revision>1</cp:revision>
  <dcterms:created xsi:type="dcterms:W3CDTF">2026-06-07T15:32:26Z</dcterms:created>
  <dcterms:modified xsi:type="dcterms:W3CDTF">2026-06-07T15:32:26Z</dcterms:modified>
</cp:coreProperties>
</file>