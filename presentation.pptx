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2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Drawing Verification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two-agent system where Z3 is the judge and LLMs do the talking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5120640"/>
            <a:ext cx="3657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 ·  Cohort PS1  ·  31 May 2026  ·  Checkpoint 3pm 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Generator: Gemini 2.5 Flash  ·  Verifier: Llama 3.3 70B (Groq) + Z3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two-agent system that produces a verified house drawing on a tricky plot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BRIEF ASKS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(Generator)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(ezdxf) that draws the outer periphery of a house on the plot.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(Verifier)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design against Seattle Building Code (SBC) using Z3. On fail, send actionable feedback to A1.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REQUIREMENTS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tree cannot be touched (~$50k fine)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Setbacks per SBC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side: door + parking together (fire egress)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area coverage</a:t>
            </a:r>
            <a:endParaRPr lang="en-US" sz="1300" dirty="0"/>
          </a:p>
        </p:txBody>
      </p:sp>
      <p:pic>
        <p:nvPicPr>
          <p:cNvPr id="8" name="Image 0" descr="/Users/ojas/ps1-house-layout/output/slides/plot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737360"/>
            <a:ext cx="5120640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is the judge. LLMs only generate and explain.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91440" cy="4297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LLM-as-verifier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also an LLM, so it agrees too easily, hallucinates measurements, and you cannot reproduce its decisions.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chatbots discussing whether one number is bigger than another.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297680"/>
          </a:xfrm>
          <a:prstGeom prst="rect">
            <a:avLst/>
          </a:prstGeom>
          <a:solidFill>
            <a:srgbClr val="F0FDF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37360"/>
            <a:ext cx="91440" cy="4297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≠ Explainer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= LLM job (Gemini)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= SMT solver job (Z3)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= LLM job (Llama on Groq)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is deterministic: same house + same rules → same verdict every time. Reproducible, traceable.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generates · Agent 2 (parser + Z3 + Llama) verifies · loop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1546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Flash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06240" y="1828800"/>
            <a:ext cx="7498080" cy="38404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4340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Verifier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3484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magic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46520" y="23774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+ optimizer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(judge)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0" y="237744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3063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writer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Groq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39319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  →  emit .dxf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42976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FAIL  →  violations sent to Llama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34840" y="47091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 9 constraints, you missed N — fix and regenerate."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3657600"/>
            <a:ext cx="1463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74320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ezdxf 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45920" y="5394960"/>
            <a:ext cx="0" cy="-91440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5394960"/>
            <a:ext cx="644652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5394960"/>
            <a:ext cx="0" cy="-18288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74320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(only on fail)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L-shape from Anupam's hand-drawn sketch — closes exactly to 6,420 sq ft</a:t>
            </a:r>
            <a:endParaRPr lang="en-US" sz="1600" dirty="0"/>
          </a:p>
        </p:txBody>
      </p:sp>
      <p:pic>
        <p:nvPicPr>
          <p:cNvPr id="4" name="Image 0" descr="/Users/ojas/ps1-house-layout/output/slides/plot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9436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CLOCKWISE FROM TOP-LEFT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148840"/>
          <a:ext cx="502920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tree-notch 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edge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bottom-right inset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tab 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tab bottom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ft (door + parking)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tab 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bottom-left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edge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 ft (closes ✓)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5897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 area = 6,420 sq ft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SBC constraints encoded in Z3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has a numeric threshold, a Z3 expression, and a citation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55680" cy="4023360"/>
        </p:xfrm>
        <a:graphic>
          <a:graphicData uri="http://schemas.openxmlformats.org/drawingml/2006/table">
            <a:tbl>
              <a:tblPr/>
              <a:tblGrid>
                <a:gridCol w="457200"/>
                <a:gridCol w="3931920"/>
                <a:gridCol w="42062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Z3 expression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(south) setback ≥ 20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y_min - 0 ≥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SDCI Tip 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(north) setback ≥ 10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88 - y_max ≥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SDCI Tip 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setbacks ≥ 5 ft (each)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x_min ≥ 5 ∧ 80 - x_max ≥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SDCI Tip 320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footprint ≥ 20 × 20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(x_max-x_min) ≥ 20 ∧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corners inside L-shape 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ray-cast point-in-polygon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to tree ≥ 4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dx² + dy² ≥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SMC 25.11.090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on south wall, inset ≥ 2 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door_y = y_min ∧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IBC 2021 §1006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in entry segment x ∈ [35, 75]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≤ door_x ≤ 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egress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≥ 90% of Z3-computed 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≥ 0.9 · 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brief: "maximize area"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9 turns the brief's vague 'maximize' from a prompt suggestion into a verifiable hard constraint.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doesn't just verify — it computes the maximum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house corners as symbolic Reals · Add all SBC rules · Optimize area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z3 import Real, Optimize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x_min, x_max, y_min, y_max =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Reals(...)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 =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Optimize()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opt.add(x_min &gt;= 5, x_max &lt;= 75) 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setbacks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opt.add(y_min &gt;= 20, y_max &lt;= 78)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front+rear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opt.maximize(x_max - x_min)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opt.maximize(y_max - y_min)
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opt.check()
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06640" y="1737360"/>
            <a:ext cx="4297680" cy="2926080"/>
          </a:xfrm>
          <a:prstGeom prst="roundRect">
            <a:avLst>
              <a:gd name="adj" fmla="val 3125"/>
            </a:avLst>
          </a:prstGeom>
          <a:solidFill>
            <a:srgbClr val="F0FDF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2194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4,060 sq ft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58952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maximum legal house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3520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Corners: (5, 20) → (75, 78)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Dimensions: 70 × 58 ft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15568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749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plug the Z3-computed max back into the verifier as rule #9: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house_area ≥ 0.9 · 4060 = 3,654 sq ft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A1 actually has to push, or Z3 will reject.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strategy moved coverage from 29% → 59%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Z3, same plot — only the prompt to A1 changed</a:t>
            </a:r>
            <a:endParaRPr lang="en-US" sz="1600" dirty="0"/>
          </a:p>
        </p:txBody>
      </p:sp>
      <p:pic>
        <p:nvPicPr>
          <p:cNvPr id="4" name="Image 0" descr="/Users/ojas/ps1-house-layout/output/slides/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91640"/>
            <a:ext cx="115214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89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prompt anchored Gemini to the entry-tab x-range (35→70).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the polygon coordinates and emphasizing the maximize-area objective freed it to push against legal limits.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Z3 area constraint forced one feedback round and got us to 59%.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trace — the loop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 fails area-coverage · A2 explains · iter 2 lands above threshold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1  —  ✗ Z3 rejected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3,190 sq ft  (78.6% of Z3 max)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Z3: </a:t>
            </a:r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min_area_coverage FAILS — need ≥ 3,654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(Llama on Groq) writes: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 9 SBC constraints, you missed 1 — fix and regenerate.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Increase house footprint to at least 3,654 sq ft by reducing setbacks; consider tightening any setback with available slack to expand the footprint by at least 464 sq ft.”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155680" cy="2377440"/>
          </a:xfrm>
          <a:prstGeom prst="roundRect">
            <a:avLst>
              <a:gd name="adj" fmla="val 3846"/>
            </a:avLst>
          </a:prstGeom>
          <a:solidFill>
            <a:srgbClr val="F0FDF4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 2  —  ✓ Z3 PASSES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→ 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3,770 sq ft  (92.9% of Z3 max, 58.7% of plot)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Z3: 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9 constraints satisfied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 writes final_iter_02.dxf — deterministic, decoupled from any LLM execution.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3,770 sq ft house — 92.9% of the formal optimum</a:t>
            </a:r>
            <a:endParaRPr lang="en-US" sz="1600" dirty="0"/>
          </a:p>
        </p:txBody>
      </p:sp>
      <p:pic>
        <p:nvPicPr>
          <p:cNvPr id="4" name="Image 0" descr="/Users/ojas/ps1-house-layout/output/slides/vs_optim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111556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Z3 on the converged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AREA (sq ft)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73152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4,060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92240" y="263347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Z3-PROVABLE MAX HOUSE (sq ft)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74720"/>
            <a:ext cx="73152" cy="1463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3,770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77240" y="427939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HOUSE (sq ft) — 92.9% of Z3 max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474720"/>
            <a:ext cx="54864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474720"/>
            <a:ext cx="73152" cy="1463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65760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58.7%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427939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COVERAGE ACHIEVED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20640"/>
            <a:ext cx="73152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30352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77240" y="57744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TO CONVERGE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5120640"/>
            <a:ext cx="36576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5120640"/>
            <a:ext cx="73152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5303520"/>
            <a:ext cx="32918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572000" y="577443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 CONSTRAINTS ENCODED IN Z3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5120640"/>
            <a:ext cx="3611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5120640"/>
            <a:ext cx="73152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5303520"/>
            <a:ext cx="32461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 s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366760" y="577443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WALL-CLOCK (Gemini + Llama + Z3)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Claude + Kimi · Pivoted to Gemini + Groq mid-build (key availability)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Generator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18562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Flash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26680" y="18562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SDK · thinking off · backoff on 503/429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6032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33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Verifier (judge)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26334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SMT solver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26680" y="263347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 · z3-solver pip · Solver + Optimize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107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Verifier (explainer)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34107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3.3 70B (Groq)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26680" y="34107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SDK · sub-second latency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1480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87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emitter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34840" y="41879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ezdxf 1.4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26680" y="41879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.dxf from Z3-verified geometry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89204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965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496519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26680" y="496519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PNGs · plot + house + tree + door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69280"/>
            <a:ext cx="111556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669280"/>
            <a:ext cx="73152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424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34840" y="57424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3.14 + python-dotenv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26680" y="57424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loop.py · 5 max iterations · per-iter artifacts saved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PS1 · Ojas · 31 May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is the judge — that's the whole point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LLM as a verifier collapses to two chatbots agreeing. A SMT solver gives reproducible, citable verdicts.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'maximize area' a verifiable constraint, not a vibe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Optimize computes the formal max once; the verifier enforces ≥ 90% of it. Now the brief's 'maximize' is something Z3 can actually reject.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 is part of the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rules, +30 percentage points of coverage from rewriting A1's plot description from verbose to minimalist.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execute untrusted LLM code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comments + regex parser get the geometry without running anything. The .dxf emitter writes the file from verified numbers only.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/Users/ojas/ps1-house-layout/   ·   Ojas   ·   31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PS1 — Engineering Drawing Verification</dc:title>
  <dc:subject>PptxGenJS Presentation</dc:subject>
  <dc:creator>Ojas</dc:creator>
  <cp:lastModifiedBy>Ojas</cp:lastModifiedBy>
  <cp:revision>1</cp:revision>
  <dcterms:created xsi:type="dcterms:W3CDTF">2026-05-31T09:53:12Z</dcterms:created>
  <dcterms:modified xsi:type="dcterms:W3CDTF">2026-05-31T09:53:12Z</dcterms:modified>
</cp:coreProperties>
</file>